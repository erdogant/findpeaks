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1008062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436"/>
    <a:srgbClr val="15334B"/>
    <a:srgbClr val="112537"/>
    <a:srgbClr val="EFF2F6"/>
    <a:srgbClr val="F2F8FC"/>
    <a:srgbClr val="D7ECF9"/>
    <a:srgbClr val="EAF2FA"/>
    <a:srgbClr val="373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7" autoAdjust="0"/>
  </p:normalViewPr>
  <p:slideViewPr>
    <p:cSldViewPr snapToGrid="0">
      <p:cViewPr varScale="1">
        <p:scale>
          <a:sx n="132" d="100"/>
          <a:sy n="132" d="100"/>
        </p:scale>
        <p:origin x="68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30264"/>
            <a:ext cx="7560469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701796"/>
            <a:ext cx="7560469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045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69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07773"/>
            <a:ext cx="8694539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168309"/>
            <a:ext cx="8694539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073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862523"/>
            <a:ext cx="4284266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862523"/>
            <a:ext cx="4284266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72505"/>
            <a:ext cx="8694539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794272"/>
            <a:ext cx="4264576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183532"/>
            <a:ext cx="4264576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794272"/>
            <a:ext cx="4285579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183532"/>
            <a:ext cx="4285579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863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397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385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466513"/>
            <a:ext cx="5103316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116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466513"/>
            <a:ext cx="5103316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04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853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72505"/>
            <a:ext cx="2173635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72505"/>
            <a:ext cx="6394896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99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72505"/>
            <a:ext cx="8694539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862523"/>
            <a:ext cx="8694539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69B07-149C-480A-A890-BD4AE7787C02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003082"/>
            <a:ext cx="340221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88FA2-8ECF-470E-9652-9E1AA382B6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9581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D4A7-F7A7-A873-E442-DAF8731F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BEDD33F-7819-D7D0-C709-B37EB0F2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0"/>
            <a:ext cx="4895768" cy="324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1A5941-46DF-B535-5148-773BED018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5199894" cy="324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569EAD-9D7D-BDBA-C227-0ABF751DEFF0}"/>
              </a:ext>
            </a:extLst>
          </p:cNvPr>
          <p:cNvSpPr/>
          <p:nvPr/>
        </p:nvSpPr>
        <p:spPr>
          <a:xfrm>
            <a:off x="7856" y="0"/>
            <a:ext cx="10080625" cy="3240088"/>
          </a:xfrm>
          <a:prstGeom prst="roundRect">
            <a:avLst>
              <a:gd name="adj" fmla="val 1617"/>
            </a:avLst>
          </a:prstGeom>
          <a:gradFill flip="none" rotWithShape="1">
            <a:gsLst>
              <a:gs pos="22000">
                <a:srgbClr val="000000">
                  <a:alpha val="42000"/>
                </a:srgbClr>
              </a:gs>
              <a:gs pos="0">
                <a:schemeClr val="tx1">
                  <a:lumMod val="100000"/>
                  <a:alpha val="24000"/>
                </a:schemeClr>
              </a:gs>
              <a:gs pos="62000">
                <a:schemeClr val="tx1">
                  <a:lumMod val="100000"/>
                  <a:alpha val="24000"/>
                </a:schemeClr>
              </a:gs>
              <a:gs pos="40000">
                <a:schemeClr val="tx1">
                  <a:lumMod val="100000"/>
                  <a:alpha val="39000"/>
                </a:schemeClr>
              </a:gs>
              <a:gs pos="100000">
                <a:schemeClr val="bg1">
                  <a:alpha val="0"/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4" name="AutoShape 2" descr="Headphones Logo Design">
            <a:extLst>
              <a:ext uri="{FF2B5EF4-FFF2-40B4-BE49-F238E27FC236}">
                <a16:creationId xmlns:a16="http://schemas.microsoft.com/office/drawing/2014/main" id="{365B9FD1-6A3B-E50C-F2BF-E1B76B7762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7913" y="14668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DB843A-8B77-FC1C-220A-9501E09E846A}"/>
              </a:ext>
            </a:extLst>
          </p:cNvPr>
          <p:cNvGrpSpPr/>
          <p:nvPr/>
        </p:nvGrpSpPr>
        <p:grpSpPr>
          <a:xfrm>
            <a:off x="682527" y="2281515"/>
            <a:ext cx="540000" cy="540000"/>
            <a:chOff x="907800" y="2311512"/>
            <a:chExt cx="540000" cy="540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D09DCF-0B03-E098-3782-E1CD259D4ADC}"/>
                </a:ext>
              </a:extLst>
            </p:cNvPr>
            <p:cNvSpPr/>
            <p:nvPr/>
          </p:nvSpPr>
          <p:spPr>
            <a:xfrm>
              <a:off x="907800" y="2311512"/>
              <a:ext cx="540000" cy="540000"/>
            </a:xfrm>
            <a:prstGeom prst="ellipse">
              <a:avLst/>
            </a:prstGeom>
            <a:solidFill>
              <a:srgbClr val="37353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5764CD7D-5ADA-7AA6-09C2-C0B0F15255DA}"/>
                </a:ext>
              </a:extLst>
            </p:cNvPr>
            <p:cNvSpPr/>
            <p:nvPr/>
          </p:nvSpPr>
          <p:spPr>
            <a:xfrm rot="5400000">
              <a:off x="1099889" y="2484220"/>
              <a:ext cx="249613" cy="19458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402CD9E-C4D2-197C-B5D8-B112F60838C1}"/>
              </a:ext>
            </a:extLst>
          </p:cNvPr>
          <p:cNvSpPr txBox="1"/>
          <p:nvPr/>
        </p:nvSpPr>
        <p:spPr>
          <a:xfrm>
            <a:off x="1112426" y="2662995"/>
            <a:ext cx="12641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Podcast included</a:t>
            </a:r>
            <a:endParaRPr lang="en-NL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472949A-DE8F-D8FC-93AD-021C25A7F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0426" y="2277571"/>
            <a:ext cx="442744" cy="442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56CA6D-B6B8-A16A-ED27-43BB6F9573AF}"/>
              </a:ext>
            </a:extLst>
          </p:cNvPr>
          <p:cNvSpPr txBox="1"/>
          <p:nvPr/>
        </p:nvSpPr>
        <p:spPr>
          <a:xfrm>
            <a:off x="249736" y="523897"/>
            <a:ext cx="4942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Detecting Peaks and Valleys: </a:t>
            </a: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The Essentials for Accurate Analysis.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8B6EC-5046-0815-E43B-76D388E85F29}"/>
              </a:ext>
            </a:extLst>
          </p:cNvPr>
          <p:cNvSpPr txBox="1"/>
          <p:nvPr/>
        </p:nvSpPr>
        <p:spPr>
          <a:xfrm>
            <a:off x="249736" y="1295665"/>
            <a:ext cx="483240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Peak Detection is a challenging step in many applications. Learn how to accurately detect peaks and valleys in 1D vectors and 2D arrays (images) accurately.</a:t>
            </a:r>
            <a:endParaRPr lang="en-NL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7" name="Picture 16" descr="A black and red triangle with black text&#10;&#10;AI-generated content may be incorrect.">
            <a:extLst>
              <a:ext uri="{FF2B5EF4-FFF2-40B4-BE49-F238E27FC236}">
                <a16:creationId xmlns:a16="http://schemas.microsoft.com/office/drawing/2014/main" id="{F1318183-AC00-7F53-FC32-1C86C6A572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68"/>
            <a:ext cx="455865" cy="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9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42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21</cp:revision>
  <dcterms:created xsi:type="dcterms:W3CDTF">2025-08-26T18:33:52Z</dcterms:created>
  <dcterms:modified xsi:type="dcterms:W3CDTF">2025-08-31T09:27:25Z</dcterms:modified>
</cp:coreProperties>
</file>